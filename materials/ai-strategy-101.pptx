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Strategy 101 for Business Leaders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C7CDE8"/>
                </a:solidFill>
              </a:defRPr>
            </a:pPr>
            <a:r>
              <a:t>Where AI creates value today — and a 90-day plan to capture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1633"/>
                </a:solidFill>
              </a:defRPr>
            </a:pPr>
            <a:r>
              <a:t>Where AI creates value right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A55"/>
                </a:solidFill>
              </a:defRPr>
            </a:pPr>
            <a:r>
              <a:t>•  Drafting: emails, proposals, reports, job posts</a:t>
            </a:r>
          </a:p>
          <a:p>
            <a:pPr>
              <a:spcAft>
                <a:spcPts val="1400"/>
              </a:spcAft>
              <a:defRPr sz="2000">
                <a:solidFill>
                  <a:srgbClr val="333A55"/>
                </a:solidFill>
              </a:defRPr>
            </a:pPr>
            <a:r>
              <a:t>•  Summarising: meetings, documents, customer feedback</a:t>
            </a:r>
          </a:p>
          <a:p>
            <a:pPr>
              <a:spcAft>
                <a:spcPts val="1400"/>
              </a:spcAft>
              <a:defRPr sz="2000">
                <a:solidFill>
                  <a:srgbClr val="333A55"/>
                </a:solidFill>
              </a:defRPr>
            </a:pPr>
            <a:r>
              <a:t>•  Analysing: spreadsheets, survey data, competitor research</a:t>
            </a:r>
          </a:p>
          <a:p>
            <a:pPr>
              <a:spcAft>
                <a:spcPts val="1400"/>
              </a:spcAft>
              <a:defRPr sz="2000">
                <a:solidFill>
                  <a:srgbClr val="333A55"/>
                </a:solidFill>
              </a:defRPr>
            </a:pPr>
            <a:r>
              <a:t>•  Automating: routing, data entry, first-line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1633"/>
                </a:solidFill>
              </a:defRPr>
            </a:pPr>
            <a:r>
              <a:t>Picking your first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A55"/>
                </a:solidFill>
              </a:defRPr>
            </a:pPr>
            <a:r>
              <a:t>•  High frequency, low risk, easy to check</a:t>
            </a:r>
          </a:p>
          <a:p>
            <a:pPr>
              <a:spcAft>
                <a:spcPts val="1400"/>
              </a:spcAft>
              <a:defRPr sz="2000">
                <a:solidFill>
                  <a:srgbClr val="333A55"/>
                </a:solidFill>
              </a:defRPr>
            </a:pPr>
            <a:r>
              <a:t>•  Owned by someone who feels the pain today</a:t>
            </a:r>
          </a:p>
          <a:p>
            <a:pPr>
              <a:spcAft>
                <a:spcPts val="1400"/>
              </a:spcAft>
              <a:defRPr sz="2000">
                <a:solidFill>
                  <a:srgbClr val="333A55"/>
                </a:solidFill>
              </a:defRPr>
            </a:pPr>
            <a:r>
              <a:t>•  Measurable: time saved, faster response, fewer errors</a:t>
            </a:r>
          </a:p>
          <a:p>
            <a:pPr>
              <a:spcAft>
                <a:spcPts val="1400"/>
              </a:spcAft>
              <a:defRPr sz="2000">
                <a:solidFill>
                  <a:srgbClr val="333A55"/>
                </a:solidFill>
              </a:defRPr>
            </a:pPr>
            <a:r>
              <a:t>•  Start with 2–3, not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1633"/>
                </a:solidFill>
              </a:defRPr>
            </a:pPr>
            <a:r>
              <a:t>A 90-day adoption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A55"/>
                </a:solidFill>
              </a:defRPr>
            </a:pPr>
            <a:r>
              <a:t>•  Days 1–30: pick tools, set guardrails, train a pilot group</a:t>
            </a:r>
          </a:p>
          <a:p>
            <a:pPr>
              <a:spcAft>
                <a:spcPts val="1400"/>
              </a:spcAft>
              <a:defRPr sz="2000">
                <a:solidFill>
                  <a:srgbClr val="333A55"/>
                </a:solidFill>
              </a:defRPr>
            </a:pPr>
            <a:r>
              <a:t>•  Days 31–60: run pilots, measure, collect prompts that work</a:t>
            </a:r>
          </a:p>
          <a:p>
            <a:pPr>
              <a:spcAft>
                <a:spcPts val="1400"/>
              </a:spcAft>
              <a:defRPr sz="2000">
                <a:solidFill>
                  <a:srgbClr val="333A55"/>
                </a:solidFill>
              </a:defRPr>
            </a:pPr>
            <a:r>
              <a:t>•  Days 61–90: roll out, document playbooks, review ROI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1633"/>
                </a:solidFill>
              </a:defRPr>
            </a:pPr>
            <a:r>
              <a:t>Guardrails that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A55"/>
                </a:solidFill>
              </a:defRPr>
            </a:pPr>
            <a:r>
              <a:t>•  Never paste confidential data into unapproved tools</a:t>
            </a:r>
          </a:p>
          <a:p>
            <a:pPr>
              <a:spcAft>
                <a:spcPts val="1400"/>
              </a:spcAft>
              <a:defRPr sz="2000">
                <a:solidFill>
                  <a:srgbClr val="333A55"/>
                </a:solidFill>
              </a:defRPr>
            </a:pPr>
            <a:r>
              <a:t>•  A human reviews anything customer-facing</a:t>
            </a:r>
          </a:p>
          <a:p>
            <a:pPr>
              <a:spcAft>
                <a:spcPts val="1400"/>
              </a:spcAft>
              <a:defRPr sz="2000">
                <a:solidFill>
                  <a:srgbClr val="333A55"/>
                </a:solidFill>
              </a:defRPr>
            </a:pPr>
            <a:r>
              <a:t>•  Keep a shared library of prompts and lessons learned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